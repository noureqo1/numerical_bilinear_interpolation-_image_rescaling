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711668"/>
            <a:ext cx="7143750" cy="1218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Numerical Bilinear Interpolation for Image Rescaling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903934" y="2315440"/>
            <a:ext cx="333613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MATH 307: Numerical Analysis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927347" y="3265977"/>
            <a:ext cx="328927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Mostafa Hisham</a:t>
            </a:r>
            <a:r>
              <a:rPr lang="en-US" sz="12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(ID: 202201998)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927347" y="3711736"/>
            <a:ext cx="328927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Nour-Eldin Mohamed Saber</a:t>
            </a:r>
            <a:r>
              <a:rPr lang="en-US" sz="12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(ID: 202201310)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27347" y="4157495"/>
            <a:ext cx="328927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Zewail City for Science and Technology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Introduction &amp; Goal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71613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Digital images are inherently discrete grids. When we perform geometric operations like rescaling, we often map to non-integer coordinates.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32234" y="2528888"/>
            <a:ext cx="3411141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Problem: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Standard grids cannot resolve sub-pixel 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locations without interpolation.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2234" y="2918222"/>
            <a:ext cx="3411141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Goal: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Implement and compare numerical methods 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(Nearest-Neighbor vs. Bilinear) for smooth upscaling.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2234" y="3307556"/>
            <a:ext cx="341114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Solution: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 production-grade microservices 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architecture featuring a FastAPI backend and Streamlit 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frontend.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328738"/>
            <a:ext cx="394335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Mathematical Formulation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14375" y="1471613"/>
            <a:ext cx="7715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Bilinear interpolation extends 1D linear splines into two dimensions. The process estimates the intensity </a:t>
            </a:r>
            <a:r>
              <a:rPr lang="en-US" sz="1050" i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f(x, y)</a:t>
            </a:r>
            <a:r>
              <a:rPr lang="en-US" sz="10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by weighting the four nearest integer-grid neighbors.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4375" y="2200275"/>
            <a:ext cx="7715250" cy="792956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2200275"/>
            <a:ext cx="35719" cy="792956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2200275"/>
            <a:ext cx="7715250" cy="792956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f(x, y) ≈ (1-dx)(1-dy)f(x₁, y₁) + dx(1-dy)f(x₂, y₁) + (1-dx)dyf(x₁, y₂) </a:t>
            </a:r>
            <a:r>
              <a:rPr lang="en-US" sz="1200" b="1" i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dx dy f(x₂, y₂)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4375" y="3207544"/>
            <a:ext cx="7715250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Inverse Mapping: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Calculate fractional source coordinates </a:t>
            </a:r>
            <a:r>
              <a:rPr lang="en-US" sz="850" i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x = u / sₓ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and </a:t>
            </a:r>
            <a:r>
              <a:rPr lang="en-US" sz="850" i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 = v / sᵧ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4375" y="3455789"/>
            <a:ext cx="7715250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Distance Weights: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Define </a:t>
            </a:r>
            <a:r>
              <a:rPr lang="en-US" sz="850" i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dx = x - floor(x)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and </a:t>
            </a:r>
            <a:r>
              <a:rPr lang="en-US" sz="850" i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dy = y - floor(y)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as the offsets within the pixel cell.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4375" y="3704034"/>
            <a:ext cx="7715250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Sequential Interpolation: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The formula is equivalent to performing 1D Lagrange interpolation twice along the x-axis, then once </a:t>
            </a: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along the y-axis.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Methodology &amp; Tools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71613"/>
            <a:ext cx="3929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project employs a decoupled microservices architecture to separate numerical computation from the user interface.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5072" y="2303859"/>
            <a:ext cx="1207433" cy="392906"/>
          </a:xfrm>
          <a:prstGeom prst="rect">
            <a:avLst/>
          </a:prstGeom>
          <a:solidFill>
            <a:srgbClr val="F9F9F9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5072" y="2303859"/>
            <a:ext cx="1207433" cy="39290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81249" y="2303859"/>
            <a:ext cx="2715741" cy="392906"/>
          </a:xfrm>
          <a:prstGeom prst="rect">
            <a:avLst/>
          </a:prstGeom>
          <a:solidFill>
            <a:srgbClr val="F9F9F9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81249" y="2303859"/>
            <a:ext cx="2715741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Role in System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2800350"/>
            <a:ext cx="65008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FastAPI &amp; NumPy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80022" y="2689622"/>
            <a:ext cx="2716969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 engine for vectorized numerical processing.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3419177"/>
            <a:ext cx="60543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80022" y="3228975"/>
            <a:ext cx="2716969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frontend for real-time visualization.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3958530"/>
            <a:ext cx="47505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Docker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780022" y="3768328"/>
            <a:ext cx="2716969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Containerization for reproducible deployment.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4497884"/>
            <a:ext cx="89832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Hugging Face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80022" y="4307681"/>
            <a:ext cx="2716969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Cloud hosting for the public live demo.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88" y="1328738"/>
            <a:ext cx="3586163" cy="215741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43438" y="3593306"/>
            <a:ext cx="3929063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Figure 2: The Streamlit interactive interface deployed on Hugging Face.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Nearest-Neighbor vs. Bilinear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71613"/>
            <a:ext cx="392906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Nearest-Neighbor (Baseline)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1866305"/>
            <a:ext cx="39290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Assigns the value of the single closest pixel. While 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computationally efficient, it leads to significant </a:t>
            </a: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aliasing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and 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"blocky" artifacts, especially visible in diagonal lines and 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curves.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832050"/>
            <a:ext cx="392906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Bilinear Interpolation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" y="3226743"/>
            <a:ext cx="39290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Computes a weighted average of the four surrounding 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pixels. This creates a </a:t>
            </a: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continuous surface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, resulting in 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smooth gradients and a much higher perceived visual </a:t>
            </a: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quality for upscaled images.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88" y="1328738"/>
            <a:ext cx="3586163" cy="2514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3438" y="3950494"/>
            <a:ext cx="39290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Figure 2: Visual comparison showing blocky artifacts in Nearest-Neighbor vs. smooth gradients in Bilinear Interpolation.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Experimental Results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94746"/>
            <a:ext cx="385762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Test Case 1: Synthetic Validation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1996594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controlled 2×2 → 8×8 upscaling test was performed to verify mathematical correctness. The bilinear method produced perfect color blending across the grid.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756622"/>
            <a:ext cx="3729038" cy="2157413"/>
          </a:xfrm>
          <a:prstGeom prst="rect">
            <a:avLst/>
          </a:prstGeom>
          <a:solidFill>
            <a:srgbClr val="F5F5F5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3206539"/>
            <a:ext cx="3571875" cy="12432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4971185"/>
            <a:ext cx="385762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Figure 1: Mathematical validation on a synthetic color grid.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714875" y="1494746"/>
            <a:ext cx="385762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Test Case 2: Real-World Upscaling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714875" y="1996594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Upscaling a 512×512 photograph to 2048×2048. Bilinear interpolation demonstrably outperforms nearest-neighbor by eliminating blocky artifacts.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14875" y="2756622"/>
            <a:ext cx="3729038" cy="2157413"/>
          </a:xfrm>
          <a:prstGeom prst="rect">
            <a:avLst/>
          </a:prstGeom>
          <a:solidFill>
            <a:srgbClr val="F5F5F5"/>
          </a:solidFill>
          <a:ln w="9144">
            <a:solidFill>
              <a:srgbClr val="EEEEE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3206539"/>
            <a:ext cx="3571875" cy="12432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14875" y="4971185"/>
            <a:ext cx="385762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Figure 2: Side-by-side comparison of NN vs. Bilinear interpolation.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Live Demo &amp; UI Features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57325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system is deployed as a fully interactive web application, allowing for real-time validation of the numerical algorithms.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1500" y="2295934"/>
            <a:ext cx="3214688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Zoom Inspector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2472742"/>
            <a:ext cx="2953941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Compare raw pixels side-by-side with interpolated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613831"/>
            <a:ext cx="178772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results using a detail-view tool.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2940658"/>
            <a:ext cx="3214688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Comparison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3117466"/>
            <a:ext cx="2741414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Toggle between Nearest-Neighbor and Bilinear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" y="3258555"/>
            <a:ext cx="2621756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methods to see immediate visual differences.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3585381"/>
            <a:ext cx="3214688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Metrics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3762189"/>
            <a:ext cx="2591395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UI reports backend processing time and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3903278"/>
            <a:ext cx="2230636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numerical error metrics (MSE, PSNR).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1500" y="4258680"/>
            <a:ext cx="3214688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Publicly hosted on Hugging Face Spaces via Docker containerization.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919" y="1328738"/>
            <a:ext cx="4657725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Work Division &amp; 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28763"/>
            <a:ext cx="392906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Team Responsibilities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5072" y="1941314"/>
            <a:ext cx="988823" cy="350044"/>
          </a:xfrm>
          <a:prstGeom prst="rect">
            <a:avLst/>
          </a:prstGeom>
          <a:solidFill>
            <a:srgbClr val="F9F9F9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5072" y="1941314"/>
            <a:ext cx="988823" cy="350044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Member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563895" y="1941314"/>
            <a:ext cx="2933095" cy="350044"/>
          </a:xfrm>
          <a:prstGeom prst="rect">
            <a:avLst/>
          </a:prstGeom>
          <a:solidFill>
            <a:srgbClr val="F9F9F9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63895" y="1941314"/>
            <a:ext cx="293309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Key Contributions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4369" y="2452985"/>
            <a:ext cx="5214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Mostafa Hisham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63895" y="2284214"/>
            <a:ext cx="2933095" cy="65543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 Engine (FastAPI), Numerical Implementation (NumPy), Mathematical Derivation, Cloud Deployment.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4369" y="3187898"/>
            <a:ext cx="75188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Nour-Eldin Mohamed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563895" y="2939653"/>
            <a:ext cx="2933095" cy="8143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 UI (Streamlit), Dockerization, DevOps, Cloud Deployment,Numerical Implementation (NumPy), Mathematical Derivation.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00625" y="1528763"/>
            <a:ext cx="35718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Final Takeaways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61359" y="1937742"/>
            <a:ext cx="3411141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Classical numerical methods like Lagrange interpolation remain foundational to modern digital image processing.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161359" y="2327077"/>
            <a:ext cx="341114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Bilinear interpolation provides a superior balance between computational speed and visual reconstruction quality.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161359" y="2857500"/>
            <a:ext cx="341114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microservices approach demonstrates how mathematical algorithms can be delivered as scalable web solutions.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00625" y="3495080"/>
            <a:ext cx="35718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i="1" dirty="0">
                <a:solidFill>
                  <a:srgbClr val="8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Thank you for your attention.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2026-05-17T09:23:52Z</dcterms:created>
  <dcterms:modified xsi:type="dcterms:W3CDTF">2026-05-17T09:23:52Z</dcterms:modified>
</cp:coreProperties>
</file>